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32512000" cy="1828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1625400" y="4555080"/>
            <a:ext cx="142786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16618320" y="4555080"/>
            <a:ext cx="142786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625400" y="1075320"/>
            <a:ext cx="29260080" cy="138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625400" y="455508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16618320" y="4555080"/>
            <a:ext cx="142786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1625400" y="998604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625400" y="4555080"/>
            <a:ext cx="142786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16618320" y="455508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16618320" y="998604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1625400" y="455508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16618320" y="455508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1625400" y="9986040"/>
            <a:ext cx="292600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625400" y="4555080"/>
            <a:ext cx="292600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1625400" y="9986040"/>
            <a:ext cx="292600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625400" y="455508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6618320" y="455508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1625400" y="998604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16618320" y="9986040"/>
            <a:ext cx="142786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625400" y="4555080"/>
            <a:ext cx="942156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11518560" y="4555080"/>
            <a:ext cx="942156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21411360" y="4555080"/>
            <a:ext cx="942156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1625400" y="9986040"/>
            <a:ext cx="942156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11518560" y="9986040"/>
            <a:ext cx="942156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21411360" y="9986040"/>
            <a:ext cx="942156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micho</cp:lastModifiedBy>
  <cp:revision>1</cp:revision>
  <dcterms:modified xsi:type="dcterms:W3CDTF">2025-11-30T21:47:52Z</dcterms:modified>
  <dc:language>en-US</dc:language>
</cp:coreProperties>
</file>